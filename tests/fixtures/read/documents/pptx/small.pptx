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>
            <p:nvPr>
              <p:ph type="title"/>
            </p:nvPr>
          </p:cNvSpPr>
        </p:nvSpPr>
        <p:txBody>
          <a:p>
            <a:r>
              <a:t>Project Kickoff</a:t>
            </a:r>
          </a:p>
        </p:txBody>
      </p:sp>
      <p:sp>
        <p:nvSpPr>
          <p:cNvPr id="3" name="Content"/>
          <p:cNvSpPr>
            <p:nvPr>
              <p:ph type="body"/>
            </p:nvPr>
          </p:cNvSpPr>
        </p:nvSpPr>
        <p:txBody>
          <a:p>
            <a:r>
              <a:t>Milestone one lands in March</a:t>
            </a:r>
          </a:p>
          <a:p>
            <a:r>
              <a:t>Milestone two lands in June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>
            <p:nvPr>
              <p:ph type="title"/>
            </p:nvPr>
          </p:cNvSpPr>
        </p:nvSpPr>
        <p:txBody>
          <a:p>
            <a:r>
              <a:t>Budget Review</a:t>
            </a:r>
          </a:p>
        </p:txBody>
      </p:sp>
      <p:sp>
        <p:nvSpPr>
          <p:cNvPr id="3" name="Content"/>
          <p:cNvSpPr>
            <p:nvPr>
              <p:ph type="body"/>
            </p:nvPr>
          </p:cNvSpPr>
        </p:nvSpPr>
        <p:txBody>
          <a:p>
            <a:r>
              <a:t>Infrastructure stays flat</a:t>
            </a:r>
          </a:p>
        </p:txBody>
      </p:sp>
    </p:spTree>
  </p:cSld>
</p:sld>
</file>