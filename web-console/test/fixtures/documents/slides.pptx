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Relationships xmlns="http://schemas.openxmlformats.org/package/2006/relationships"><Relationship Id="r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lide1"/>
    <p:sldId id="257" r:id="slide2"/>
    <p:sldId id="258" r:id="slide3"/>
  </p:sldIdLst>
  <p:sldSz cx="9144000" cy="6858000"/>
  <p:notesSz cx="6858000" cy="9144000"/>
</p:presentation>
</file>

<file path=ppt/_rels/presentation.xml.rels><Relationships xmlns="http://schemas.openxmlformats.org/package/2006/relationships"><Relationship Id="slide1" Type="http://schemas.openxmlformats.org/officeDocument/2006/relationships/slide" Target="slides/slide1.xml"/><Relationship Id="slide2" Type="http://schemas.openxmlformats.org/officeDocument/2006/relationships/slide" Target="slides/slide2.xml"/><Relationship Id="slide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t>rustX presentation preview — slide 1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t>rustX presentation preview — slide 2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t>rustX presentation preview — slide 3</a:t>
            </a:r>
          </a:p>
        </p:txBody>
      </p:sp>
    </p:spTree>
  </p:cSld>
</p:sld>
</file>