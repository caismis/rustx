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bin" ContentType="application/vnd.openxmlformats-officedocument.presentationml.printerSettings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</p:sldIdLst>
  <p:sldSz cx="9144000" cy="6858000"/>
  <p:notesSz cx="6858000" cy="9144000"/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Relationship Id="printer" Type="http://schemas.openxmlformats.org/officeDocument/2006/relationships/printerSettings" Target="printerSettings/printerSettings1.bin"/></Relationships>
</file>

<file path=ppt/slides/_rels/slide1.xml.rels><Relationships xmlns="http://schemas.openxmlformats.org/package/2006/relationships"><Relationship Id="link" Type="http://schemas.openxmlformats.org/officeDocument/2006/relationships/hyperlink" Target="https://rustx-preview.invalid/guide?q=office#preview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>
                <a:hlinkClick r:id="link"/>
              </a:rPr>
              <a:t>rustX presentation preview</a:t>
            </a:r>
          </a:p>
        </p:txBody>
      </p:sp>
    </p:spTree>
  </p:cSld>
</p:sld>
</file>