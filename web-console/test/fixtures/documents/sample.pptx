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1"/>
  </p:sldIdLst>
  <p:sldSz cx="9144000" cy="6858000"/>
  <p:notesSz cx="6858000" cy="9144000"/>
</p:presentation>
</file>

<file path=ppt/_rels/presentation.xml.rels><Relationships xmlns="http://schemas.openxmlformats.org/package/2006/relationships"><Relationship Id="slide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t>rustX presentation preview</a:t>
            </a:r>
          </a:p>
        </p:txBody>
      </p:sp>
    </p:spTree>
  </p:cSld>
</p:sld>
</file>